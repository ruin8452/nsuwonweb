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E69C2-188C-4A31-953E-DC93A7000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E46AE9-6C36-4F61-AA93-F22BEA5E0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A03332-7878-4A8E-93FF-9900A147D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B24B-6BC7-4BE7-9372-1E6BB50FE46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0ABC24-1862-4CE9-81A1-76B670CE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88B7AD-9002-4519-A5D5-DEEBCD28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4F76-7603-41A5-A02C-B72C909A9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57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7AE1E-DAEB-412B-9A14-D3A272BF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9038D1-3211-4100-8CF7-AF0C97D4F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BB173-AA04-4E7B-B803-1597A641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B24B-6BC7-4BE7-9372-1E6BB50FE46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A470E4-C5C3-4F5A-B509-131F1B4B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97A68F-4A43-4D30-BCA9-B6AB10E15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4F76-7603-41A5-A02C-B72C909A9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949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405C2-37F2-4F2A-815E-1B4EF0BE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340253-7486-4750-BF2D-C73EE7BAE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F8487C-7D0C-4402-BDFC-28C74826B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B24B-6BC7-4BE7-9372-1E6BB50FE46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C02633-08FB-4269-8920-4CBC00CA7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EF783F-CCB9-46AB-919B-3FAFF10A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4F76-7603-41A5-A02C-B72C909A9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605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4C0BC-9092-4969-BD40-5FC26F71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AA7F44-EC86-4A6F-9410-B698C01028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509FC6-BF1C-41F5-AFF5-017C9E814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BF1FAA-0C45-4974-890B-16322CBA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B24B-6BC7-4BE7-9372-1E6BB50FE46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0CB9C3-84E6-4576-9A6F-10047BFA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DA686B-CB87-43D2-B85C-BAB631C6A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4F76-7603-41A5-A02C-B72C909A9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615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8AB3C-380B-4C42-AEDB-66B0C4ADE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37BCE3-5007-48CE-98B2-A99B059D7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411ED5-D46D-4293-8677-9A3E0175D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3764276-768F-471C-80DD-CAF4651C4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F91C50-EE00-4A23-811E-3E9766A95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232B3A-9B01-4013-ABF7-7CC2A2150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B24B-6BC7-4BE7-9372-1E6BB50FE46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CBA0DE-5733-4B36-98EB-89C626F3F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906B6C2-EF9F-4C87-8793-6519F8C06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4F76-7603-41A5-A02C-B72C909A9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126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D78DD4-43ED-4972-99AA-EA9DB4E10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BB1D93-DDB1-46C5-9325-CDCFA9E77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B24B-6BC7-4BE7-9372-1E6BB50FE46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839DFA-5EF9-4505-90CE-87F3669B4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6CAEE3-3925-447E-8182-96647951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4F76-7603-41A5-A02C-B72C909A9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31A15FD-CE95-4D85-91A0-7098C0E8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B24B-6BC7-4BE7-9372-1E6BB50FE46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6CA7AF-BA69-4293-ACDD-C8B6F07D4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A836B-297A-4D32-A051-ECF8590B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4F76-7603-41A5-A02C-B72C909A9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750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E2CE0-E0E8-47C3-94E1-78952F79B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D284BD-4AEC-4F82-A36B-D38ADB354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D1E89B-15DC-49DC-B1C6-B61A0DBDF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0A4888-2172-4F01-92B8-45528C828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B24B-6BC7-4BE7-9372-1E6BB50FE46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DED34D-89A2-495C-8FE6-7DF4C7B2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81A12D-A46E-4DAE-9E61-F3BFD0D1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4F76-7603-41A5-A02C-B72C909A9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6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DF865-E629-4D49-8878-F55167696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2626F6A-097B-4FF3-8CBE-F9C6FF4D1C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0A605D-0223-45E6-8556-27E825983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E19129-BAC0-4930-9F57-F0896D940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B24B-6BC7-4BE7-9372-1E6BB50FE46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21FBB8-0ADC-47CC-AF34-D11B45ED5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988A4E-6DCF-45A7-B725-755AB310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4F76-7603-41A5-A02C-B72C909A9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130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610D9-51D8-4C51-8A38-D3168C6E1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CAEE29-6D00-4F20-B7B0-88F51BA44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B55706-DB2A-4D3F-AB8A-11BB772BA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B24B-6BC7-4BE7-9372-1E6BB50FE46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3ECD3F-689D-45AC-A7D3-9FDF1FD8F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A95A2A-B755-4341-BBB1-1D3870AB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4F76-7603-41A5-A02C-B72C909A9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192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0C90B58-E1EF-419F-B077-FB3F1004A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D8EF7B-3808-4EC0-A889-8F8FE7C07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CB70D7-0238-4485-8ED0-9F2626F51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B24B-6BC7-4BE7-9372-1E6BB50FE46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9BFE9E-79E4-419E-B2F9-71A0EBF75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121D92-C72D-45AE-9F9A-8ECBE7777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4F76-7603-41A5-A02C-B72C909A9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134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DF5848-0DA5-483E-9973-442ABFAF7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175927-B9FF-4DC3-8189-AD6DF73C2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90A9F5-A700-4AC8-9C3B-869F3A055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7B24B-6BC7-4BE7-9372-1E6BB50FE461}" type="datetimeFigureOut">
              <a:rPr lang="ko-KR" altLang="en-US" smtClean="0"/>
              <a:t>2021-01-07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D4D4B-888D-4049-9323-D180CBF15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58C1E3-0E64-49D1-B048-C02746CB5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84F76-7603-41A5-A02C-B72C909A9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259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93C4EC-743E-4A14-91D4-72C985EB7B2D}"/>
              </a:ext>
            </a:extLst>
          </p:cNvPr>
          <p:cNvSpPr txBox="1"/>
          <p:nvPr/>
        </p:nvSpPr>
        <p:spPr>
          <a:xfrm>
            <a:off x="380011" y="320634"/>
            <a:ext cx="377859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필요 기능</a:t>
            </a:r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 err="1"/>
              <a:t>북수원</a:t>
            </a:r>
            <a:r>
              <a:rPr lang="ko-KR" altLang="en-US" dirty="0"/>
              <a:t> 교회 컨텐츠 제공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북수원</a:t>
            </a:r>
            <a:r>
              <a:rPr lang="ko-KR" altLang="en-US" dirty="0"/>
              <a:t> 오늘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담장넘은</a:t>
            </a:r>
            <a:r>
              <a:rPr lang="ko-KR" altLang="en-US" dirty="0"/>
              <a:t> 라디오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포스터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광고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영상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굿즈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업로드</a:t>
            </a:r>
            <a:r>
              <a:rPr lang="en-US" altLang="ko-KR" dirty="0"/>
              <a:t>(</a:t>
            </a:r>
            <a:r>
              <a:rPr lang="ko-KR" altLang="en-US" dirty="0"/>
              <a:t>관리자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--------------------------------------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검색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컨텐츠 종류</a:t>
            </a:r>
            <a:r>
              <a:rPr lang="en-US" altLang="ko-KR" dirty="0"/>
              <a:t>(</a:t>
            </a:r>
            <a:r>
              <a:rPr lang="ko-KR" altLang="en-US" dirty="0"/>
              <a:t>라디오</a:t>
            </a:r>
            <a:r>
              <a:rPr lang="en-US" altLang="ko-KR" dirty="0"/>
              <a:t>, </a:t>
            </a:r>
            <a:r>
              <a:rPr lang="ko-KR" altLang="en-US" dirty="0"/>
              <a:t>영상 등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 err="1"/>
              <a:t>교회별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조회 수</a:t>
            </a:r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/>
              <a:t>댓글 </a:t>
            </a:r>
            <a:r>
              <a:rPr lang="en-US" altLang="ko-KR" dirty="0"/>
              <a:t>&amp; </a:t>
            </a:r>
            <a:r>
              <a:rPr lang="ko-KR" altLang="en-US" dirty="0"/>
              <a:t>추천</a:t>
            </a:r>
            <a:r>
              <a:rPr lang="en-US" altLang="ko-KR" dirty="0"/>
              <a:t>(</a:t>
            </a:r>
            <a:r>
              <a:rPr lang="ko-KR" altLang="en-US" dirty="0"/>
              <a:t>로그인 시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6699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837B1DC-E331-40C9-8B2E-47FB288AC3F6}"/>
              </a:ext>
            </a:extLst>
          </p:cNvPr>
          <p:cNvSpPr/>
          <p:nvPr/>
        </p:nvSpPr>
        <p:spPr>
          <a:xfrm>
            <a:off x="0" y="789708"/>
            <a:ext cx="2571008" cy="1330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ECA501-B076-4661-BFF1-CB7D94C828D5}"/>
              </a:ext>
            </a:extLst>
          </p:cNvPr>
          <p:cNvSpPr/>
          <p:nvPr/>
        </p:nvSpPr>
        <p:spPr>
          <a:xfrm>
            <a:off x="2571008" y="789708"/>
            <a:ext cx="9620992" cy="1330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컨텐츠 리스트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D69686-837F-46B5-A149-BF46466B8182}"/>
              </a:ext>
            </a:extLst>
          </p:cNvPr>
          <p:cNvSpPr/>
          <p:nvPr/>
        </p:nvSpPr>
        <p:spPr>
          <a:xfrm>
            <a:off x="0" y="2119744"/>
            <a:ext cx="12192000" cy="4738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AE57A-93AE-42A2-B022-D5114A5F89AF}"/>
              </a:ext>
            </a:extLst>
          </p:cNvPr>
          <p:cNvSpPr txBox="1"/>
          <p:nvPr/>
        </p:nvSpPr>
        <p:spPr>
          <a:xfrm>
            <a:off x="249382" y="15437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화면 구성</a:t>
            </a:r>
          </a:p>
        </p:txBody>
      </p:sp>
    </p:spTree>
    <p:extLst>
      <p:ext uri="{BB962C8B-B14F-4D97-AF65-F5344CB8AC3E}">
        <p14:creationId xmlns:p14="http://schemas.microsoft.com/office/powerpoint/2010/main" val="4241523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15E468-DE74-4482-B4B1-E99A4CC60A91}"/>
              </a:ext>
            </a:extLst>
          </p:cNvPr>
          <p:cNvSpPr/>
          <p:nvPr/>
        </p:nvSpPr>
        <p:spPr>
          <a:xfrm>
            <a:off x="2526319" y="789708"/>
            <a:ext cx="1938737" cy="1330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담장넘은나무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B41B34-710E-447D-8FE0-44AB26605FAD}"/>
              </a:ext>
            </a:extLst>
          </p:cNvPr>
          <p:cNvSpPr/>
          <p:nvPr/>
        </p:nvSpPr>
        <p:spPr>
          <a:xfrm>
            <a:off x="4469552" y="790880"/>
            <a:ext cx="1922400" cy="1330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북수원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오늘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B2AF50-B2B3-4246-8386-8C36782E5153}"/>
              </a:ext>
            </a:extLst>
          </p:cNvPr>
          <p:cNvSpPr/>
          <p:nvPr/>
        </p:nvSpPr>
        <p:spPr>
          <a:xfrm>
            <a:off x="6407677" y="789708"/>
            <a:ext cx="1922400" cy="1330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포스터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1399BC-B1DD-4C4B-B5E6-B12ACCAE7298}"/>
              </a:ext>
            </a:extLst>
          </p:cNvPr>
          <p:cNvSpPr/>
          <p:nvPr/>
        </p:nvSpPr>
        <p:spPr>
          <a:xfrm>
            <a:off x="8335185" y="788536"/>
            <a:ext cx="1922400" cy="1330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영상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62AEF0-CE43-4E7A-9924-40AFB676F614}"/>
              </a:ext>
            </a:extLst>
          </p:cNvPr>
          <p:cNvSpPr/>
          <p:nvPr/>
        </p:nvSpPr>
        <p:spPr>
          <a:xfrm>
            <a:off x="10272698" y="788536"/>
            <a:ext cx="1922400" cy="1330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굿즈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37B1DC-E331-40C9-8B2E-47FB288AC3F6}"/>
              </a:ext>
            </a:extLst>
          </p:cNvPr>
          <p:cNvSpPr/>
          <p:nvPr/>
        </p:nvSpPr>
        <p:spPr>
          <a:xfrm>
            <a:off x="0" y="789708"/>
            <a:ext cx="2526319" cy="1330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D69686-837F-46B5-A149-BF46466B8182}"/>
              </a:ext>
            </a:extLst>
          </p:cNvPr>
          <p:cNvSpPr/>
          <p:nvPr/>
        </p:nvSpPr>
        <p:spPr>
          <a:xfrm>
            <a:off x="0" y="2119744"/>
            <a:ext cx="12192000" cy="4738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AE57A-93AE-42A2-B022-D5114A5F89AF}"/>
              </a:ext>
            </a:extLst>
          </p:cNvPr>
          <p:cNvSpPr txBox="1"/>
          <p:nvPr/>
        </p:nvSpPr>
        <p:spPr>
          <a:xfrm>
            <a:off x="249382" y="15437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화면 예시</a:t>
            </a:r>
          </a:p>
        </p:txBody>
      </p:sp>
      <p:pic>
        <p:nvPicPr>
          <p:cNvPr id="7" name="그래픽 6" descr="조리개 윤곽선">
            <a:extLst>
              <a:ext uri="{FF2B5EF4-FFF2-40B4-BE49-F238E27FC236}">
                <a16:creationId xmlns:a16="http://schemas.microsoft.com/office/drawing/2014/main" id="{52EEF24B-AB0E-4BA9-AEA4-213B90626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8304" y="887818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32DD8F-ACD0-4A75-B7D4-2589EB6A541D}"/>
              </a:ext>
            </a:extLst>
          </p:cNvPr>
          <p:cNvSpPr txBox="1"/>
          <p:nvPr/>
        </p:nvSpPr>
        <p:spPr>
          <a:xfrm>
            <a:off x="397280" y="1721252"/>
            <a:ext cx="1776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NSUWON</a:t>
            </a:r>
            <a:r>
              <a:rPr lang="ko-KR" altLang="en-US" dirty="0"/>
              <a:t> </a:t>
            </a:r>
            <a:r>
              <a:rPr lang="en-US" altLang="ko-KR" dirty="0"/>
              <a:t>WEB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17F0831-EEC4-4ADD-8A37-7CF8577D3918}"/>
              </a:ext>
            </a:extLst>
          </p:cNvPr>
          <p:cNvSpPr/>
          <p:nvPr/>
        </p:nvSpPr>
        <p:spPr>
          <a:xfrm>
            <a:off x="779717" y="2511215"/>
            <a:ext cx="1644504" cy="3443016"/>
          </a:xfrm>
          <a:prstGeom prst="roundRect">
            <a:avLst>
              <a:gd name="adj" fmla="val 6044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BFD3C32-3CFD-4A01-9781-B080E5D5C80E}"/>
              </a:ext>
            </a:extLst>
          </p:cNvPr>
          <p:cNvSpPr/>
          <p:nvPr/>
        </p:nvSpPr>
        <p:spPr>
          <a:xfrm>
            <a:off x="3027506" y="2511215"/>
            <a:ext cx="1644504" cy="3443016"/>
          </a:xfrm>
          <a:prstGeom prst="roundRect">
            <a:avLst>
              <a:gd name="adj" fmla="val 6044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543B3A9-9732-472E-B780-732B530578CD}"/>
              </a:ext>
            </a:extLst>
          </p:cNvPr>
          <p:cNvSpPr/>
          <p:nvPr/>
        </p:nvSpPr>
        <p:spPr>
          <a:xfrm>
            <a:off x="5275295" y="2511215"/>
            <a:ext cx="1644504" cy="3443016"/>
          </a:xfrm>
          <a:prstGeom prst="roundRect">
            <a:avLst>
              <a:gd name="adj" fmla="val 6044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D7C254D-00FF-4DFE-A939-25AE2B0DD42D}"/>
              </a:ext>
            </a:extLst>
          </p:cNvPr>
          <p:cNvSpPr/>
          <p:nvPr/>
        </p:nvSpPr>
        <p:spPr>
          <a:xfrm>
            <a:off x="9770871" y="2511215"/>
            <a:ext cx="1644504" cy="3443016"/>
          </a:xfrm>
          <a:prstGeom prst="roundRect">
            <a:avLst>
              <a:gd name="adj" fmla="val 6044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갈매기형 수장 22">
            <a:extLst>
              <a:ext uri="{FF2B5EF4-FFF2-40B4-BE49-F238E27FC236}">
                <a16:creationId xmlns:a16="http://schemas.microsoft.com/office/drawing/2014/main" id="{3DCF1669-43C3-40D5-98FA-43EDDD0E4C0D}"/>
              </a:ext>
            </a:extLst>
          </p:cNvPr>
          <p:cNvSpPr/>
          <p:nvPr/>
        </p:nvSpPr>
        <p:spPr>
          <a:xfrm>
            <a:off x="11802139" y="3974964"/>
            <a:ext cx="191386" cy="1027814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화살표: 갈매기형 수장 23">
            <a:extLst>
              <a:ext uri="{FF2B5EF4-FFF2-40B4-BE49-F238E27FC236}">
                <a16:creationId xmlns:a16="http://schemas.microsoft.com/office/drawing/2014/main" id="{5CF933D5-D8E1-4B8E-B22D-A2FC23AD949A}"/>
              </a:ext>
            </a:extLst>
          </p:cNvPr>
          <p:cNvSpPr/>
          <p:nvPr/>
        </p:nvSpPr>
        <p:spPr>
          <a:xfrm rot="10800000">
            <a:off x="198475" y="3974964"/>
            <a:ext cx="191386" cy="1027814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E6E59C1-A1FC-4356-819E-BA62A8E696E2}"/>
              </a:ext>
            </a:extLst>
          </p:cNvPr>
          <p:cNvCxnSpPr>
            <a:cxnSpLocks/>
          </p:cNvCxnSpPr>
          <p:nvPr/>
        </p:nvCxnSpPr>
        <p:spPr>
          <a:xfrm>
            <a:off x="779717" y="3642224"/>
            <a:ext cx="1644504" cy="0"/>
          </a:xfrm>
          <a:prstGeom prst="line">
            <a:avLst/>
          </a:prstGeom>
          <a:ln w="3810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A6D544E-D282-447B-8AEE-70CA8501DE82}"/>
              </a:ext>
            </a:extLst>
          </p:cNvPr>
          <p:cNvCxnSpPr>
            <a:cxnSpLocks/>
          </p:cNvCxnSpPr>
          <p:nvPr/>
        </p:nvCxnSpPr>
        <p:spPr>
          <a:xfrm>
            <a:off x="3027505" y="3642224"/>
            <a:ext cx="1644504" cy="0"/>
          </a:xfrm>
          <a:prstGeom prst="line">
            <a:avLst/>
          </a:prstGeom>
          <a:ln w="3810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881F3F6-2C9A-466F-B0C0-31CBF1B13C1B}"/>
              </a:ext>
            </a:extLst>
          </p:cNvPr>
          <p:cNvCxnSpPr>
            <a:cxnSpLocks/>
          </p:cNvCxnSpPr>
          <p:nvPr/>
        </p:nvCxnSpPr>
        <p:spPr>
          <a:xfrm>
            <a:off x="5275293" y="3642224"/>
            <a:ext cx="1644504" cy="0"/>
          </a:xfrm>
          <a:prstGeom prst="line">
            <a:avLst/>
          </a:prstGeom>
          <a:ln w="3810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F1CA233-0120-43FA-A20E-D8C462E5AE02}"/>
              </a:ext>
            </a:extLst>
          </p:cNvPr>
          <p:cNvCxnSpPr>
            <a:cxnSpLocks/>
          </p:cNvCxnSpPr>
          <p:nvPr/>
        </p:nvCxnSpPr>
        <p:spPr>
          <a:xfrm>
            <a:off x="9770870" y="3642224"/>
            <a:ext cx="1644505" cy="0"/>
          </a:xfrm>
          <a:prstGeom prst="line">
            <a:avLst/>
          </a:prstGeom>
          <a:ln w="3810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105CB17-E9C2-4381-893D-045647B83FCB}"/>
              </a:ext>
            </a:extLst>
          </p:cNvPr>
          <p:cNvSpPr/>
          <p:nvPr/>
        </p:nvSpPr>
        <p:spPr>
          <a:xfrm>
            <a:off x="7523084" y="2511215"/>
            <a:ext cx="1644504" cy="3443016"/>
          </a:xfrm>
          <a:prstGeom prst="roundRect">
            <a:avLst>
              <a:gd name="adj" fmla="val 6044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B898AE2-8ED1-4667-B6F3-5FA52784A7E1}"/>
              </a:ext>
            </a:extLst>
          </p:cNvPr>
          <p:cNvCxnSpPr>
            <a:cxnSpLocks/>
          </p:cNvCxnSpPr>
          <p:nvPr/>
        </p:nvCxnSpPr>
        <p:spPr>
          <a:xfrm>
            <a:off x="7523081" y="3642224"/>
            <a:ext cx="1644504" cy="0"/>
          </a:xfrm>
          <a:prstGeom prst="line">
            <a:avLst/>
          </a:prstGeom>
          <a:ln w="3810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B6F99EE-DB79-4D83-96B2-9D7509EA6450}"/>
              </a:ext>
            </a:extLst>
          </p:cNvPr>
          <p:cNvSpPr txBox="1"/>
          <p:nvPr/>
        </p:nvSpPr>
        <p:spPr>
          <a:xfrm>
            <a:off x="5034651" y="6221449"/>
            <a:ext cx="212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  1  2  3  4  5  &gt;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3AD820A-2486-4B17-A6DD-B53BC9F1EB2D}"/>
              </a:ext>
            </a:extLst>
          </p:cNvPr>
          <p:cNvSpPr txBox="1"/>
          <p:nvPr/>
        </p:nvSpPr>
        <p:spPr>
          <a:xfrm>
            <a:off x="10322054" y="2846444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r>
              <a:rPr lang="ko-KR" altLang="en-US" dirty="0"/>
              <a:t>화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83BB83-068B-4D18-A518-844CCF537817}"/>
              </a:ext>
            </a:extLst>
          </p:cNvPr>
          <p:cNvSpPr txBox="1"/>
          <p:nvPr/>
        </p:nvSpPr>
        <p:spPr>
          <a:xfrm>
            <a:off x="8074265" y="2846444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화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957418-2E49-46FE-8DBA-06F1A6C97DB9}"/>
              </a:ext>
            </a:extLst>
          </p:cNvPr>
          <p:cNvSpPr txBox="1"/>
          <p:nvPr/>
        </p:nvSpPr>
        <p:spPr>
          <a:xfrm>
            <a:off x="5824931" y="2846444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화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9E5769-9616-4C31-9988-D19829E13919}"/>
              </a:ext>
            </a:extLst>
          </p:cNvPr>
          <p:cNvSpPr txBox="1"/>
          <p:nvPr/>
        </p:nvSpPr>
        <p:spPr>
          <a:xfrm>
            <a:off x="3578689" y="2846444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r>
              <a:rPr lang="ko-KR" altLang="en-US" dirty="0"/>
              <a:t>화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42D565-22F4-418C-B291-5CB6B9D64387}"/>
              </a:ext>
            </a:extLst>
          </p:cNvPr>
          <p:cNvSpPr txBox="1"/>
          <p:nvPr/>
        </p:nvSpPr>
        <p:spPr>
          <a:xfrm>
            <a:off x="1330901" y="2846444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화</a:t>
            </a:r>
          </a:p>
        </p:txBody>
      </p:sp>
    </p:spTree>
    <p:extLst>
      <p:ext uri="{BB962C8B-B14F-4D97-AF65-F5344CB8AC3E}">
        <p14:creationId xmlns:p14="http://schemas.microsoft.com/office/powerpoint/2010/main" val="3047124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84</Words>
  <Application>Microsoft Office PowerPoint</Application>
  <PresentationFormat>와이드스크린</PresentationFormat>
  <Paragraphs>34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한영산</dc:creator>
  <cp:lastModifiedBy>한영산</cp:lastModifiedBy>
  <cp:revision>24</cp:revision>
  <dcterms:created xsi:type="dcterms:W3CDTF">2021-01-07T14:33:07Z</dcterms:created>
  <dcterms:modified xsi:type="dcterms:W3CDTF">2021-01-07T15:13:45Z</dcterms:modified>
</cp:coreProperties>
</file>